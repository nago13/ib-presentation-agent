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5468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Teste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3756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Subtítulo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87878"/>
                </a:solidFill>
                <a:latin typeface="Calibr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Conteúdo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8787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0078BE"/>
                </a:solidFill>
              </a:rPr>
              <a:t>●  </a:t>
            </a:r>
            <a:r>
              <a:rPr sz="1600">
                <a:solidFill>
                  <a:srgbClr val="373737"/>
                </a:solidFill>
                <a:latin typeface="Calibri"/>
              </a:rPr>
              <a:t>Bullet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0078BE"/>
                </a:solidFill>
              </a:rPr>
              <a:t>●  </a:t>
            </a:r>
            <a:r>
              <a:rPr sz="1600">
                <a:solidFill>
                  <a:srgbClr val="373737"/>
                </a:solidFill>
                <a:latin typeface="Calibri"/>
              </a:rPr>
              <a:t>Bullet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0078BE"/>
                </a:solidFill>
              </a:rPr>
              <a:t>●  </a:t>
            </a:r>
            <a:r>
              <a:rPr sz="1600">
                <a:solidFill>
                  <a:srgbClr val="373737"/>
                </a:solidFill>
                <a:latin typeface="Calibri"/>
              </a:rPr>
              <a:t>Bullet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Métricas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8787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50027" cy="2194560"/>
          </a:xfrm>
          <a:prstGeom prst="roundRect">
            <a:avLst/>
          </a:prstGeom>
          <a:solidFill>
            <a:srgbClr val="F5F5F5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5250027" cy="54864"/>
          </a:xfrm>
          <a:prstGeom prst="rect">
            <a:avLst/>
          </a:prstGeom>
          <a:solidFill>
            <a:srgbClr val="0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84267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787878"/>
                </a:solidFill>
                <a:latin typeface="Calibri"/>
              </a:defRPr>
            </a:pPr>
            <a:r>
              <a:t>Receita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488426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2855"/>
                </a:solidFill>
                <a:latin typeface="Calibri"/>
              </a:defRPr>
            </a:pPr>
            <a:r>
              <a:t>R$ 2,1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4884267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8232"/>
                </a:solidFill>
                <a:latin typeface="Calibri"/>
              </a:defRPr>
            </a:pPr>
            <a:r>
              <a:t>+15%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1783080"/>
            <a:ext cx="5250027" cy="2194560"/>
          </a:xfrm>
          <a:prstGeom prst="roundRect">
            <a:avLst/>
          </a:prstGeom>
          <a:solidFill>
            <a:srgbClr val="F5F5F5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5867" y="1783080"/>
            <a:ext cx="5250027" cy="54864"/>
          </a:xfrm>
          <a:prstGeom prst="rect">
            <a:avLst/>
          </a:prstGeom>
          <a:solidFill>
            <a:srgbClr val="0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747" y="2057400"/>
            <a:ext cx="4884267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787878"/>
                </a:solidFill>
                <a:latin typeface="Calibri"/>
              </a:defRPr>
            </a:pPr>
            <a:r>
              <a:t>EBITDA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2514600"/>
            <a:ext cx="488426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2855"/>
                </a:solidFill>
                <a:latin typeface="Calibri"/>
              </a:defRPr>
            </a:pPr>
            <a:r>
              <a:t>R$ 800 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747" y="3291840"/>
            <a:ext cx="4884267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8232"/>
                </a:solidFill>
                <a:latin typeface="Calibri"/>
              </a:defRPr>
            </a:pPr>
            <a:r>
              <a:t>+22%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Tabela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87878"/>
                </a:solidFill>
                <a:latin typeface="Calibri"/>
              </a:defRPr>
            </a:pPr>
            <a: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71600"/>
          <a:ext cx="1082009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Métrica</a:t>
                      </a:r>
                    </a:p>
                  </a:txBody>
                  <a:tcPr anchor="ctr" marL="91440" marR="91440" marT="45720" marB="45720"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 anchor="ctr" marL="91440" marR="91440" marT="45720" marB="45720"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 anchor="ctr" marL="91440" marR="91440" marT="45720" marB="45720">
                    <a:solidFill>
                      <a:srgbClr val="0028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Receita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R$ 1,0 bi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R$ 1,5 bi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5468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